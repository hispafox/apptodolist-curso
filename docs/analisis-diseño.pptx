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1673352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Análisis y Diseño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ADCFC"/>
                </a:solidFill>
                <a:latin typeface="Calibri"/>
              </a:rPr>
              <a:t>Lista de Tareas · DemoCopilot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Calibri"/>
              </a:rP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Objetivo del proyecto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60350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12121"/>
                </a:solidFill>
                <a:latin typeface="Calibri"/>
              </a:rPr>
              <a:t>Aplicación web CRUD de gestión de tareas personales construida como demo didáctica para el curso de GitHub Copilot.
Permite crear, consultar, actualizar y eliminar tareas, con soporte de plantillas reutilizables y tareas repetitivas con generación automática de la siguiente ocurrencia al completar.
El objetivo prioritario es la claridad del código sobre la sofisticación arquitectónica.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Stack tecnológico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60350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1499616"/>
                <a:gridCol w="5998464"/>
              </a:tblGrid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Tecnología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Versión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Rol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ASP.NET Core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API REST / backend (Controllers)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Entity Framework 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ORM / acceso a datos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SQLite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Base de datos embebida, sin infraestructura externa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xUnit + Moq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Tests unitarios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Arquitectura de capas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60350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11247118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9768"/>
                <a:gridCol w="2367814"/>
                <a:gridCol w="5919536"/>
              </a:tblGrid>
              <a:tr h="57476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Capa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Carpeta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Responsabilidad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Modelos de dominio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Models/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Entidades del negocio (TodoItem, PlantillaTarea…)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Acceso a datos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Data/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DbContext y configuración de EF 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Lógica de negocio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LogicaNegocio/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IXxxLogica + XxxLogica — reglas y acceso a datos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Servicios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Services/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IXxxService + XxxService — orquestación y mapeo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Controladores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Controllers/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Orquestación HTTP, sin lógica de negocio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Tests/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Proyecto xUnit separado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Courier New"/>
              </a:rPr>
              <a:t>Flujo:  Controller → [DTO] → Service → [Entidad] → LogicaNegocio → DbContext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4. Modelo de datos — TodoItem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60350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11247118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3462"/>
                <a:gridCol w="2677885"/>
                <a:gridCol w="5355771"/>
              </a:tblGrid>
              <a:tr h="53035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Campo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Tipo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Clave primaria, autogenerada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Title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Título de la tarea. Requerido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IsCompleted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bool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Estado completada. Por defecto false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CreatedAt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DateTime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Fecha de creación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EsRepetitiva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bool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Si la tarea se repite al completarse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Recurrencia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TipoRecurrencia?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Diaria / Semanal / Mensual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ProximaFecha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DateTime?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Siguiente ocurrencia calculada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PlantillaId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int?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FK opcional a PlantillaTarea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UsuarioAsignadoId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int?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FK opcional a UsuarioAsignado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4. Modelo de datos — Entidades relacionadas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60350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75B6"/>
                </a:solidFill>
                <a:latin typeface="Calibri"/>
              </a:rPr>
              <a:t>UsuarioAsignado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53035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1408"/>
                <a:gridCol w="3182112"/>
              </a:tblGrid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Campo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Tipo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Nombre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string (máx 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Email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string (único, máx 200)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914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75B6"/>
                </a:solidFill>
                <a:latin typeface="Calibri"/>
              </a:rPr>
              <a:t>PlantillaTarea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417320"/>
          <a:ext cx="53035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1408"/>
                <a:gridCol w="3182112"/>
              </a:tblGrid>
              <a:tr h="53035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Campo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Tipo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Titulo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EsRepetitiva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bool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Recurrencia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TipoRecurrencia?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12121"/>
                </a:solidFill>
                <a:latin typeface="Calibri"/>
              </a:rPr>
              <a:t>TipoRecurrencia (enum):  Diaria  ·  Semanal  ·  Mensual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6060"/>
                </a:solidFill>
                <a:latin typeface="Calibri"/>
              </a:rPr>
              <a:t>Relación: UsuarioAsignado 1 → N TodoItem  (FK nullable, SetNull al eliminar)
Relación: PlantillaTarea 1 → N TodoItem  (FK nullable)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5. Endpoints — /api/tareas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60350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3280410"/>
                <a:gridCol w="4686300"/>
                <a:gridCol w="937260"/>
                <a:gridCol w="937260"/>
              </a:tblGrid>
              <a:tr h="5878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Verbo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Ruta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Error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/api/tareas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Listar todas las tareas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/api/tareas/{id}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Obtener tarea por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404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/api/tareas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Crear nueva tarea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201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400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/api/tareas/{id}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Actualizar título o estado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404/400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DELETE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/api/tareas/{id}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Eliminar tarea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204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404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/api/tareas/{id}/completar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Completar; si repetitiva → genera siguiente ocurrencia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404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5. Endpoints — Usuarios y Plantillas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60350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75B6"/>
                </a:solidFill>
                <a:latin typeface="Calibri"/>
              </a:rPr>
              <a:t>/api/usuariosasignados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1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2308"/>
                <a:gridCol w="3749040"/>
                <a:gridCol w="5355771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Verbo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Ruta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GET / POST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/api/usuariosasignados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Listar / Crear usuario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GET / 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/api/usuariosasignados/{id}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Obtener / Actualizar usuario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DELETE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/api/usuariosasignados/{id}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Eliminar (tareas quedan sin usuario)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3375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75B6"/>
                </a:solidFill>
                <a:latin typeface="Calibri"/>
              </a:rPr>
              <a:t>/api/plantillas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749039"/>
          <a:ext cx="1124711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2308"/>
                <a:gridCol w="3749040"/>
                <a:gridCol w="5355771"/>
              </a:tblGrid>
              <a:tr h="4754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Verbo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Ruta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GET / POST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/api/plantillas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Listar / Crear plantilla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GET / 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/api/plantillas/{id}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Obtener / Actualizar plantilla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DELETE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/api/plantillas/{id}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Eliminar plantilla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/api/plantillas/{id}/instanciar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Crear tarea a partir de la plantilla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7. Decisiones de diseño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60350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buChar char="•"/>
            </a:pPr>
            <a:r>
              <a:rPr sz="1500">
                <a:solidFill>
                  <a:srgbClr val="212121"/>
                </a:solidFill>
              </a:rPr>
              <a:t>  SQLite sobre SQL Server: embebida, sin infraestructura. Ideal para demo local.</a:t>
            </a:r>
          </a:p>
          <a:p>
            <a:pPr algn="l">
              <a:spcBef>
                <a:spcPts val="400"/>
              </a:spcBef>
              <a:buChar char="•"/>
            </a:pPr>
            <a:r>
              <a:rPr sz="1500">
                <a:solidFill>
                  <a:srgbClr val="212121"/>
                </a:solidFill>
              </a:rPr>
              <a:t>  Controllers sobre Minimal API: más explícitos y legibles en pantalla.</a:t>
            </a:r>
          </a:p>
          <a:p>
            <a:pPr algn="l">
              <a:spcBef>
                <a:spcPts val="400"/>
              </a:spcBef>
              <a:buChar char="•"/>
            </a:pPr>
            <a:r>
              <a:rPr sz="1500">
                <a:solidFill>
                  <a:srgbClr val="212121"/>
                </a:solidFill>
              </a:rPr>
              <a:t>  Inyección de dependencias: desacopla lógica y facilita tests con mocks.</a:t>
            </a:r>
          </a:p>
          <a:p>
            <a:pPr algn="l">
              <a:spcBef>
                <a:spcPts val="400"/>
              </a:spcBef>
              <a:buChar char="•"/>
            </a:pPr>
            <a:r>
              <a:rPr sz="1500">
                <a:solidFill>
                  <a:srgbClr val="212121"/>
                </a:solidFill>
              </a:rPr>
              <a:t>  POST /completar en lugar de PUT: la acción tiene efecto secundario (nueva ocurrencia).</a:t>
            </a:r>
          </a:p>
          <a:p>
            <a:pPr algn="l">
              <a:spcBef>
                <a:spcPts val="400"/>
              </a:spcBef>
              <a:buChar char="•"/>
            </a:pPr>
            <a:r>
              <a:rPr sz="1500">
                <a:solidFill>
                  <a:srgbClr val="212121"/>
                </a:solidFill>
              </a:rPr>
              <a:t>  Plantilla como entidad independiente: permite gestionar plantillas sin acoplarlas a tareas.</a:t>
            </a:r>
          </a:p>
          <a:p>
            <a:pPr algn="l">
              <a:spcBef>
                <a:spcPts val="400"/>
              </a:spcBef>
              <a:buChar char="•"/>
            </a:pPr>
            <a:r>
              <a:rPr sz="1500">
                <a:solidFill>
                  <a:srgbClr val="212121"/>
                </a:solidFill>
              </a:rPr>
              <a:t>  Recurrencia calculada en el servicio: lógica en TodoService.Completar(), no en el controlador.</a:t>
            </a:r>
          </a:p>
          <a:p>
            <a:pPr algn="l">
              <a:spcBef>
                <a:spcPts val="400"/>
              </a:spcBef>
              <a:buChar char="•"/>
            </a:pPr>
            <a:r>
              <a:rPr sz="1500">
                <a:solidFill>
                  <a:srgbClr val="212121"/>
                </a:solidFill>
              </a:rPr>
              <a:t>  Sin paginación ni autenticación: fuera del alcance de la demo.</a:t>
            </a:r>
          </a:p>
          <a:p>
            <a:pPr algn="l">
              <a:spcBef>
                <a:spcPts val="400"/>
              </a:spcBef>
              <a:buChar char="•"/>
            </a:pPr>
            <a:r>
              <a:rPr sz="1500">
                <a:solidFill>
                  <a:srgbClr val="212121"/>
                </a:solidFill>
              </a:rPr>
              <a:t>  Código en castellano: coherencia con el público hispanohablante del curso.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8. Pendientes / Preguntas abiertas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60350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4136"/>
                <a:gridCol w="7872984"/>
              </a:tblGrid>
              <a:tr h="589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Tema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Detalle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¿Razor Pages o React + Vite? Pendiente de decisión.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Paginación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No incluida. Se añadiría skip/take si crece el volumen.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Autenticación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No incluida. Extensión futura con JWT o cookies.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Filtros y búsqueda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Posible: GET /api/tareas?completada=true.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Soft delete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Actualmente hard delete. Campo DeletedAt si se requiere historial.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Job de recurrencia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Solo se genera al llamar a POST /completar. BackgroundService si se necesita automático.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Recurrencia personalizada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Enum cubre Diaria/Semanal/Mensual. Extensión pendiente si se requieren patrones complejos.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Herencia plantilla → tareas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Modificar plantilla no actualiza tareas existentes. Comportamiento a definir.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0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DemoCopilot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83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ADCFC"/>
                </a:solidFill>
                <a:latin typeface="Calibri"/>
              </a:rPr>
              <a:t>github.com/tu-usuario/DemoCopilot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06060"/>
                </a:solidFill>
                <a:latin typeface="Calibri"/>
              </a:rPr>
              <a:t>Construido con  ASP.NET Core 8  ·  EF Core  ·  SQLite  ·  GitHub Copilot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